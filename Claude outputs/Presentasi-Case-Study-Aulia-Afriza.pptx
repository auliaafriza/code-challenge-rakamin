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60 detik. Jangan langsung masuk daftar bug — mulai dari klaim produk.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tesis seluruh laporan. Semua keputusan lain turun dari kalimat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ditanya 'produk ini sebenarnya jual apa', ini jawabannya.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 kandidat adalah alasan rubriknya beda. Kalau ditanya kenapa bikin rubrik sendiri, tunjuk baris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Inilah kenapa 'kolom Required kosong' mengalahkan beberapa crash. Crash mengumumkan dirinya.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slide ini yang paling sering dikutip balik. Ucapkan pelan.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DOM-nya kalau ditanya bukti: &lt;td class=... /&gt; yang self-closing. Ada di hal.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AC-2.3 adalah edge case yang paling saya suka: override tanpa identitas tetap keputusan manusia.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missing spec vs defective impl di sini — brief minta pemisahan itu secara eksplisit.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ditanya kenapa keluar scope: ini jawabannya, dan ini satu-satunya pengecualian yang saya ambil.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menyebut 'rejected options' secara eksplisit. Ini pasti ditanya — jangan buru-buru lewat.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ditantang 'buktinya test ditulis duluan' — tunjuk lampiran mentah di hal.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terkuat untuk pertanyaan 'ini banyak dibantu AI ya?'. Jangan defensif — ini asetnya.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Menyebut sendiri apa yang belum selesai jauh lebih kuat daripada menunggu mereka menemukannya.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Berhenti di sini dan buka lantai untuk pertanyaan.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  ·  FULLSTACK PRODUCT ENGINEER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9326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sebagai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Layer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produk asesmen, frontend bukan lapisan tampilan — dia yang membawa pertanggungjawaban sampai ke mata orang yang harus menandatanganinya.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11057839" cy="0"/>
          </a:xfrm>
          <a:prstGeom prst="line">
            <a:avLst/>
          </a:prstGeom>
          <a:noFill/>
          <a:ln w="12700">
            <a:solidFill>
              <a:srgbClr val="2E36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102352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KANDIDAT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340096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Aulia Afriza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31388" y="5102352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5340096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rakamindev/ai-interview-platform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5102352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5340096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→ Fit/Gap → Export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60307" y="5102352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TEMUAN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5340096"/>
            <a:ext cx="249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· 7 P0 · 8 diperbaiki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PROBLEM  ·  HAL. 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dirty="0">
                <a:solidFill>
                  <a:srgbClr val="9AA4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 ini menjual satu klaim:
</a:t>
            </a:r>
            <a:pPr indent="0" marL="0">
              <a:lnSpc>
                <a:spcPts val="42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yang menilai, manusia yang bertanggung jawab.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membuat klaim itu nyata — dan ketiganya hilang di sambungan backend → frontend: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3246120"/>
            <a:ext cx="3533546" cy="1143000"/>
          </a:xfrm>
          <a:prstGeom prst="roundRect">
            <a:avLst>
              <a:gd name="adj" fmla="val 4000"/>
            </a:avLst>
          </a:prstGeom>
          <a:solidFill>
            <a:srgbClr val="1F2530"/>
          </a:solidFill>
          <a:ln w="9525">
            <a:solidFill>
              <a:srgbClr val="343C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42900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yang dituntut role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yang jadi pembanding kandidat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9074" y="3246120"/>
            <a:ext cx="3533546" cy="1143000"/>
          </a:xfrm>
          <a:prstGeom prst="roundRect">
            <a:avLst>
              <a:gd name="adj" fmla="val 4000"/>
            </a:avLst>
          </a:prstGeom>
          <a:solidFill>
            <a:srgbClr val="1F2530"/>
          </a:solidFill>
          <a:ln w="9525">
            <a:solidFill>
              <a:srgbClr val="343C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5106" y="342900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menghasilkan rating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85106" y="384048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atau koreksi assessor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1221" y="3246120"/>
            <a:ext cx="3533546" cy="1143000"/>
          </a:xfrm>
          <a:prstGeom prst="roundRect">
            <a:avLst>
              <a:gd name="adj" fmla="val 4000"/>
            </a:avLst>
          </a:prstGeom>
          <a:solidFill>
            <a:srgbClr val="1F2530"/>
          </a:solidFill>
          <a:ln w="9525">
            <a:solidFill>
              <a:srgbClr val="343C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7253" y="342900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yakin rating itu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347253" y="3840480"/>
            <a:ext cx="3076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probe, atau satu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00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menghitung ketiganya. Frontend membuang ketiganya — </a:t>
            </a:r>
            <a:pPr indent="0" marL="0">
              <a:buNone/>
            </a:pPr>
            <a:r>
              <a:rPr lang="en-US" sz="1600" b="1" dirty="0">
                <a:solidFill>
                  <a:srgbClr val="E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satu pun error.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349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6D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Konsekuensinya bukan estetika. Hiring manager memutuskan satu tahun hidup seseorang dari tabel yang merender sel kosong — dan sel kosong tidak bisa dibedakan dari keputusan desain.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§2.1  ·  HAL. 2–3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Timnya sudah paham ini sejak desain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mekanisme akuntabilitas sudah dirancang dan tersimpan. Tidak satu pun sampai ke layar — itu bukti bahwa masalahnya di seam, bukan di model.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533546" cy="2148840"/>
          </a:xfrm>
          <a:prstGeom prst="roundRect">
            <a:avLst>
              <a:gd name="adj" fmla="val 2128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14600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Assessor override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07792"/>
            <a:ext cx="29849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+ tabel lengkap dengan notes dan timestamp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639312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database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93192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ke user   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9074" y="2286000"/>
            <a:ext cx="3533546" cy="2148840"/>
          </a:xfrm>
          <a:prstGeom prst="roundRect">
            <a:avLst>
              <a:gd name="adj" fmla="val 2128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3394" y="2514600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ai_confidence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03394" y="2907792"/>
            <a:ext cx="29849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dari coverage map, disimpan per skill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03394" y="3639312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database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03394" y="393192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ke user   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1221" y="2286000"/>
            <a:ext cx="3533546" cy="2148840"/>
          </a:xfrm>
          <a:prstGeom prst="roundRect">
            <a:avLst>
              <a:gd name="adj" fmla="val 2128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5541" y="2514600"/>
            <a:ext cx="29849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evidence[]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5541" y="2907792"/>
            <a:ext cx="29849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verbatim dari transkrip kandidat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65541" y="3639312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6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database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365541" y="3931920"/>
            <a:ext cx="298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ke user   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800600"/>
            <a:ext cx="11057839" cy="1170432"/>
          </a:xfrm>
          <a:prstGeom prst="roundRect">
            <a:avLst>
              <a:gd name="adj" fmla="val 3906"/>
            </a:avLst>
          </a:prstGeom>
          <a:solidFill>
            <a:srgbClr val="14181E"/>
          </a:solidFill>
          <a:ln w="12700">
            <a:solidFill>
              <a:srgbClr val="1418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5010912"/>
            <a:ext cx="102897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Mengotomasi wawancara bukan bagian yang sulit maupun yang berharga. Yang sulit — dan alasan produk ini layak dibeli — adalah membuat penilaian mesin cukup bisa dipertanggungjawabkan sampai seorang manusia mau menandatanganinya.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§2.1  ·  HAL. 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orang di rantai keputusan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severity saya tidak di-anchor pada biaya ke bisnis, karena pihak yang menanggung kerugian terbesar bukan pelanggan.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11057839" cy="877824"/>
          </a:xfrm>
          <a:prstGeom prst="roundRect">
            <a:avLst>
              <a:gd name="adj" fmla="val 4167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2359152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Memverifikasi penilaian AI sebelum menempelkan namanya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96328" y="2359152"/>
            <a:ext cx="4154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yang tidak bisa ditelusuri; override yang tidak pernah muncul di laporan akhir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191256"/>
            <a:ext cx="11057839" cy="877824"/>
          </a:xfrm>
          <a:prstGeom prst="roundRect">
            <a:avLst>
              <a:gd name="adj" fmla="val 4167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3284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337560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cepat, tahu siapa yang butuh sesi lanjutan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3337560"/>
            <a:ext cx="4154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di mana “kuat” dan “tidak pernah diukur” terlihat identik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11057839" cy="877824"/>
          </a:xfrm>
          <a:prstGeom prst="roundRect">
            <a:avLst>
              <a:gd name="adj" fmla="val 4167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306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852928" y="4315968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Memutuskan, lalu mempertanggungjawabkannya ke atas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96328" y="4315968"/>
            <a:ext cx="4154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Required kosong — tidak ada bar untuk dibandingkan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148072"/>
            <a:ext cx="11057839" cy="877824"/>
          </a:xfrm>
          <a:prstGeom prst="roundRect">
            <a:avLst>
              <a:gd name="adj" fmla="val 4167"/>
            </a:avLst>
          </a:prstGeom>
          <a:solidFill>
            <a:srgbClr val="FBEDEB"/>
          </a:solidFill>
          <a:ln w="9525">
            <a:solidFill>
              <a:srgbClr val="E8C4B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285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2852928" y="5294376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memilih produk ini. Tidak bisa keluar. Tidak pernah melihat hasilnya.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96328" y="5294376"/>
            <a:ext cx="41541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Menanggung seluruh kerugian sistem yang salah, tanpa kendali apa pun atasnya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14476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 dan audio wawancara adalah data pribadi. UU PDP No. 27/2022 — purpose limitation, data minimisation, hak atas informasi. Empat temuan menyentuhnya langsung.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§2.2  ·  HAL. 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Rubrik yang di-anchor pada siapa yang menanggung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Pertanyaannya bukan “berapa mahal untuk bisnis”, tapi: siapa yang menanggung kerusakan, dan bisakah dia berbuat sesuatu.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3113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21284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menyatakan sesuatu yang salah tentang seseorang, membocorkan datanya, atau menghapus rating tanpa jejak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24928" y="2212848"/>
            <a:ext cx="4199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seorang pun di rantai itu yang bisa tahu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816352"/>
            <a:ext cx="1105783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8895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287121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tersangkut, atau jaminan akuntabilitas terkikis diam-diam — tapi tidak ada yang dikarang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2871216"/>
            <a:ext cx="4199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atau bisa dipulihkan, blast radius satu sesi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474720"/>
            <a:ext cx="1105783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54787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352958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hari ini, rapuh secara konstruksi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24928" y="3529584"/>
            <a:ext cx="4199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invariant yang tidak pernah ditulis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133088"/>
            <a:ext cx="1105783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2062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418795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dan hygiene. Tidak ada user yang dirugikan hari ini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424928" y="4187952"/>
            <a:ext cx="4199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Jebakan, bukan cacat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791456"/>
            <a:ext cx="1105783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983480"/>
            <a:ext cx="5391760" cy="1234440"/>
          </a:xfrm>
          <a:prstGeom prst="roundRect">
            <a:avLst>
              <a:gd name="adj" fmla="val 3704"/>
            </a:avLst>
          </a:prstGeom>
          <a:solidFill>
            <a:srgbClr val="14181E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166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promotes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504688"/>
            <a:ext cx="484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salah yang ditampilkan dengan peringatan itu P1. Angka yang sama ditampilkan sebagai fakta itu P0.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33008" y="4983480"/>
            <a:ext cx="5391760" cy="1234440"/>
          </a:xfrm>
          <a:prstGeom prst="roundRect">
            <a:avLst>
              <a:gd name="adj" fmla="val 3704"/>
            </a:avLst>
          </a:prstGeom>
          <a:solidFill>
            <a:srgbClr val="14181E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07328" y="5166360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demotes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07328" y="5504688"/>
            <a:ext cx="484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user bisa retry, turun satu tingkat. Kalau pemulihannya butuh rails console, naik satu.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§2.2  ·  HAL. 5–6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temuan, tiga kebiasaan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 satu ini cacat. Bersama-sama ini satu masalah budaya engineering — dan framing itu lebih berguna daripada daftar mana pun.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04288"/>
            <a:ext cx="3533546" cy="2834640"/>
          </a:xfrm>
          <a:prstGeom prst="roundRect">
            <a:avLst>
              <a:gd name="adj" fmla="val 1613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23744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54096"/>
            <a:ext cx="29849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putus tanpa buffer di dua lapisan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polling ditelan di kedua service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_destroy dideklarasikan, tidak pernah dikirim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553712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Gagal tanpa memberi tahu siapa pun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9074" y="2304288"/>
            <a:ext cx="3533546" cy="2834640"/>
          </a:xfrm>
          <a:prstGeom prst="roundRect">
            <a:avLst>
              <a:gd name="adj" fmla="val 1613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3394" y="2523744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yang tidak disambungkan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03394" y="3054096"/>
            <a:ext cx="29849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AudioRingBuffer ditulis penuh, tidak dipakai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terpasang, menganggur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SignupPage selesai, tanpa route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03394" y="4553712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persis bentuknya dengan P0-2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1221" y="2304288"/>
            <a:ext cx="3533546" cy="2834640"/>
          </a:xfrm>
          <a:prstGeom prst="roundRect">
            <a:avLst>
              <a:gd name="adj" fmla="val 1613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5541" y="2523744"/>
            <a:ext cx="29849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yang rusak ke arah salah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5541" y="3054096"/>
            <a:ext cx="298490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hilang → L1 Foundational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tak terbaca → LOW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gagal → “Interview Complete”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365541" y="4553712"/>
            <a:ext cx="298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memilih yang merugikan pihak terlemah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44068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kali sistem tidak tahu, ia memilih jawaban yang merugikan orang paling tidak berdaya di ruangan itu.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§3.2  ·  HAL. 20  ·  FIGURE 8–9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yang jadi pembanding kandidat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SEBELUM</a:t>
            </a:r>
            <a:endParaRPr lang="en-US" sz="1000" dirty="0"/>
          </a:p>
        </p:txBody>
      </p:sp>
      <p:pic>
        <p:nvPicPr>
          <p:cNvPr id="6" name="Image 0" descr="img/p01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9344"/>
            <a:ext cx="7269480" cy="18881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8156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C6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SESUDAH</a:t>
            </a:r>
            <a:endParaRPr lang="en-US" sz="1000" dirty="0"/>
          </a:p>
        </p:txBody>
      </p:sp>
      <p:pic>
        <p:nvPicPr>
          <p:cNvPr id="8" name="Image 1" descr="img/p01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19313"/>
            <a:ext cx="7269480" cy="2524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47888" y="1481328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P0-1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47888" y="1901952"/>
            <a:ext cx="3376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Required kosong di setiap baris. Sel-nya bukan sekadar salah — di DOM dia self-closing.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47888" y="3401568"/>
            <a:ext cx="337687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47888" y="3566160"/>
            <a:ext cx="33768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−2 ditampilkan tanpa apa pun untuk dibandingkan. Hiring manager melihat angka tanpa bar.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Sesudah: L4 dan L3 dinyatakan, dan peringatan thin-evidence menyebut gap mana yang hanya bersandar pada satu probe.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Akarnya: types/index.ts ditulis tangan dan tidak pernah dikonfrontasi dengan response asli. P0-1, P0-2, P0-3 satu akar.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§3.2  ·  HAL. 21  ·  FIGURE 10–11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Penilaian siapa ini sebenarnya?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5551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SEBELUM</a:t>
            </a:r>
            <a:endParaRPr lang="en-US" sz="1000" dirty="0"/>
          </a:p>
        </p:txBody>
      </p:sp>
      <p:pic>
        <p:nvPicPr>
          <p:cNvPr id="6" name="Image 0" descr="img/p02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3295"/>
            <a:ext cx="7269480" cy="16226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01999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C6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SESUDAH</a:t>
            </a:r>
            <a:endParaRPr lang="en-US" sz="1000" dirty="0"/>
          </a:p>
        </p:txBody>
      </p:sp>
      <p:pic>
        <p:nvPicPr>
          <p:cNvPr id="8" name="Image 1" descr="img/p02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57739"/>
            <a:ext cx="7269480" cy="17391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47888" y="1481328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P0-2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47888" y="1901952"/>
            <a:ext cx="3376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ini dinaikkan dari L2 ke L4 oleh seorang assessor. Tidak ada apa pun di barisnya yang mengatakan itu.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47888" y="3401568"/>
            <a:ext cx="337687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47888" y="3566160"/>
            <a:ext cx="33768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di bawah tabel justru menjanjikan marker yang tidak pernah muncul di mana pun.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Sesudah: AI L2 → L4, siapa assessor yang memutuskan, dan confidence di baliknya. Legend sekarang menjelaskan sesuatu yang benar-benar ada.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override tanpa overridden_by, tetap ditandai keputusan manusia dengan atribusi “unknown” — tidak pernah diam-diam diturunkan jadi rating AI.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§3.2  ·  HAL. 22  ·  FIGURE 12–13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 yang harus ikut sampai titik keputusan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52653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SEBELUM</a:t>
            </a:r>
            <a:endParaRPr lang="en-US" sz="1000" dirty="0"/>
          </a:p>
        </p:txBody>
      </p:sp>
      <p:pic>
        <p:nvPicPr>
          <p:cNvPr id="6" name="Image 0" descr="img/p03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0397"/>
            <a:ext cx="7269480" cy="18881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962621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C6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SESUDAH</a:t>
            </a:r>
            <a:endParaRPr lang="en-US" sz="1000" dirty="0"/>
          </a:p>
        </p:txBody>
      </p:sp>
      <p:pic>
        <p:nvPicPr>
          <p:cNvPr id="8" name="Image 1" descr="img/p03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00365"/>
            <a:ext cx="7269480" cy="21193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47888" y="1481328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P0-3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47888" y="1901952"/>
            <a:ext cx="33768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verdict “Match L4”: satu dari empat probe, satu dari satu probe. Keduanya dirender identik.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47888" y="3401568"/>
            <a:ext cx="3376879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47888" y="3566160"/>
            <a:ext cx="33768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menghitung confidence dan mengirimkannya. Frontend membuangnya — ini satu-satunya dari empat P0 yang kelasnya missing specification, bukan implementasi yang rusak.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Sesudah: confidence dan probe count ikut bersama verdict, jadi keduanya bukan lagi klaim yang sama.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confidence yang null tidak lagi jatuh ke LOW merah — “belum terukur” adalah state tersendiri.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§2.2  ·  HAL. 4, 8  ·  P0-4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P0 yang saya perbaiki di luar tema frontend</a:t>
            </a:r>
            <a:endParaRPr lang="en-US" sz="3100" dirty="0"/>
          </a:p>
        </p:txBody>
      </p:sp>
      <p:pic>
        <p:nvPicPr>
          <p:cNvPr id="5" name="Image 0" descr="img/i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675120" cy="24185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22452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tidak membawa tenant scope sama sekali — tenant-nya ada di Session. Empat endpoint menjangkaunya dengan Portfolio.find(params[:id]) polos.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0292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authorize_auth_token! :assessor hanya membuktikan pemanggilnya seorang assessor — tidak pernah bahwa record itu miliknya. Otorisasi peran bukan otorisasi kepemilikan.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16368" y="1572768"/>
            <a:ext cx="4108399" cy="1481328"/>
          </a:xfrm>
          <a:prstGeom prst="roundRect">
            <a:avLst>
              <a:gd name="adj" fmla="val 3086"/>
            </a:avLst>
          </a:prstGeom>
          <a:solidFill>
            <a:srgbClr val="FBEDEB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90688" y="1737360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Dampaknya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2011680"/>
            <a:ext cx="3559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 di organisasi lain bisa mengunduh kutipan wawancara verbatim milik kandidat organisasi ini — dan menulis override ke rating-nya.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16368" y="3200400"/>
            <a:ext cx="4108399" cy="13716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90688" y="3364992"/>
            <a:ext cx="3559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5A6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Perbaikannya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790688" y="3639312"/>
            <a:ext cx="3559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Dijangkau lewat Session yang sudah tenant-scoped. 404, bukan 403 — 403 mengonfirmasi record-nya ada, dan keberadaannya sendiri sudah informasi.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16368" y="4718304"/>
            <a:ext cx="4108399" cy="1417320"/>
          </a:xfrm>
          <a:prstGeom prst="roundRect">
            <a:avLst>
              <a:gd name="adj" fmla="val 3226"/>
            </a:avLst>
          </a:prstGeom>
          <a:solidFill>
            <a:srgbClr val="14181E"/>
          </a:solidFill>
          <a:ln w="12700">
            <a:solidFill>
              <a:srgbClr val="14181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90688" y="4937760"/>
            <a:ext cx="35597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Membiarkan kebocoran lintas-tenant pada transkrip wawancara bukan scoping. Itu kelalaian.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§2.3  ·  HAL. 7–8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opsi dipertimbangkan serius. Satu ditolak lebih awal.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368900" cy="3246120"/>
          </a:xfrm>
          <a:prstGeom prst="roundRect">
            <a:avLst>
              <a:gd name="adj" fmla="val 1408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691640"/>
            <a:ext cx="4783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1956816"/>
            <a:ext cx="4783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Tambal seam-nya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77440"/>
            <a:ext cx="47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 jam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61488"/>
            <a:ext cx="47836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required_level → expected_level, tambah dua field ke payload.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Tabelnya terisi. Selesai.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berikutnya akan mengosongkan UI lagi — diam-diam, tanpa apa pun yang menangkapnya.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481328"/>
            <a:ext cx="5368900" cy="3246120"/>
          </a:xfrm>
          <a:prstGeom prst="roundRect">
            <a:avLst>
              <a:gd name="adj" fmla="val 1408"/>
            </a:avLst>
          </a:prstGeom>
          <a:solidFill>
            <a:srgbClr val="14181E"/>
          </a:solidFill>
          <a:ln w="12700">
            <a:solidFill>
              <a:srgbClr val="1418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48476" y="1691640"/>
            <a:ext cx="47836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FB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   ·   DIPILIH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48476" y="1956816"/>
            <a:ext cx="4783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Contract-first slice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548476" y="2377440"/>
            <a:ext cx="4783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1,5 hari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48476" y="2761488"/>
            <a:ext cx="47836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di boundary API. Payload jadi decision record, evidence bisa ditelusuri ke transkrip.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berikutnya gagal keras di boundary — bukan diam-diam di depan hiring manager.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itu juga tempat paling alami untuk Vitest dan seeded-fault test yang diminta brief.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864608"/>
            <a:ext cx="11057839" cy="1280160"/>
          </a:xfrm>
          <a:prstGeom prst="roundRect">
            <a:avLst>
              <a:gd name="adj" fmla="val 3571"/>
            </a:avLst>
          </a:prstGeom>
          <a:solidFill>
            <a:srgbClr val="FBF3E0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5047488"/>
            <a:ext cx="104726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8A6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DITOLAK LEBIH AWAL   ·   Codegen dari OpenAPI spec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5340096"/>
            <a:ext cx="104726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5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arsitektur ini jawaban paling benar, dan itu yang saya usulkan untuk jangka panjang. Ditolak di sini karena API-nya belum punya spec sama sekali — menulisnya duluan akan menghabiskan seluruh budget untuk infrastruktur dan tidak mengirim apa pun yang bisa dirasakan user. Zod tidak menutup jalan ke codegen nanti.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§2.5  ·  HAL. 13–14, 33–40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ditulis dulu, lalu ditonton gagal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jujur memenuhi permintaan brief adalah membalik urutannya: definisikan perilaku sebagai acceptance criteria, ikat ke test, jalankan terhadap kode yang ada, dan simpan output gagalnya sebagai artefak.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2627300" cy="1737360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2115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5A6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34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82112"/>
            <a:ext cx="211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frontend saat submit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84448"/>
            <a:ext cx="2115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Vitest, test runner pertama di web/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7108" y="2395728"/>
            <a:ext cx="2627300" cy="1737360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3140" y="2578608"/>
            <a:ext cx="2115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633140" y="3182112"/>
            <a:ext cx="211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/ passed di baseline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33140" y="3584448"/>
            <a:ext cx="2115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EVIDENCE-baseline.txt, dilampirkan mentah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288" y="2395728"/>
            <a:ext cx="2627300" cy="1737360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3320" y="2578608"/>
            <a:ext cx="2115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A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43320" y="3182112"/>
            <a:ext cx="211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fault disuntik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43320" y="3584448"/>
            <a:ext cx="2115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merah 2, 3, dan 2 — hitungan aktual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467" y="2395728"/>
            <a:ext cx="2627300" cy="1737360"/>
          </a:xfrm>
          <a:prstGeom prst="roundRect">
            <a:avLst>
              <a:gd name="adj" fmla="val 2632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53499" y="2578608"/>
            <a:ext cx="2115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6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253499" y="3182112"/>
            <a:ext cx="2115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RSpec pertama di repo ini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53499" y="3584448"/>
            <a:ext cx="2115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termasuk request spec lintas tenant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370832"/>
            <a:ext cx="11057839" cy="1572768"/>
          </a:xfrm>
          <a:prstGeom prst="roundRect">
            <a:avLst>
              <a:gd name="adj" fmla="val 2907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4553712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fault itu bukan pilihan acak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" y="4882896"/>
            <a:ext cx="104726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persis tiga hal yang saya klaim sudah diperbaiki: mapping expected_level, fallback parseLevel, dan pemetaan confidence yang tidak dikenal. Menyuntik fault di tempat lain akan membuktikan sesuatu yang tidak saya klaim.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fault di-commit dan di-revert terpisah, supaya history-nya terlihat — bukan di-squash jadi satu.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§2.5  ·  HAL. 14  ·  AI VERIFICATION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kali AI dan asumsi saya sendiri terbukti salah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68900" cy="3429000"/>
          </a:xfrm>
          <a:prstGeom prst="roundRect">
            <a:avLst>
              <a:gd name="adj" fmla="val 1333"/>
            </a:avLst>
          </a:prstGeom>
          <a:solidFill>
            <a:srgbClr val="1F2530"/>
          </a:solidFill>
          <a:ln w="9525">
            <a:solidFill>
              <a:srgbClr val="343C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773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103120"/>
            <a:ext cx="4783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saya yang salah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542032"/>
            <a:ext cx="47836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ConfidenceIndicator.tsx, saya simpulkan getLabel salah menangani output berkapital — bahwa “High” akan jatuh ke cabang LOW. Alasannya masuk akal: fungsinya membandingkan string persis.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 tulis test-nya. Test-nya lulus. Baris 6 sudah memanggil toLowerCase().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Temuannya saya hapus dari laporan. Test-nya saya pertahankan sebagai regression guard.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5868" y="1572768"/>
            <a:ext cx="5368900" cy="3429000"/>
          </a:xfrm>
          <a:prstGeom prst="roundRect">
            <a:avLst>
              <a:gd name="adj" fmla="val 1333"/>
            </a:avLst>
          </a:prstGeom>
          <a:solidFill>
            <a:srgbClr val="1F2530"/>
          </a:solidFill>
          <a:ln w="9525">
            <a:solidFill>
              <a:srgbClr val="343C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48476" y="1773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48476" y="2103120"/>
            <a:ext cx="4783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pengganti yang punya bug sendiri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48476" y="2542032"/>
            <a:ext cx="47836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usePolling yang baru memanggil onTimeout dua kali. Update state React asinkron, sementara interval-nya tidak — cabang deadline menyala lagi sebelum effect sempat jalan ulang.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Diperbaiki dengan latch sinkron di dalam closure effect.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Ditangkap oleh test yang ditulis sebelum kode itu pernah jalan di browser.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230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dan asumsi saya sendiri dipakai sebagai leverage yang saya verifikasi — bukan oracle yang saya percaya. Sebuah hipotesis diuji, ditolak oleh bukti, dan laporannya dikoreksi, bukan dibela.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§2.2, §2.3  ·  HAL. 5–7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141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sengaja tidak saya kerjakan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447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temuan lain terdokumentasi dengan file:line supaya bisa dijadwalkan, bukan hilang. Tiga di antaranya P0 dan lebih parah dari yang sudah saya perbaiki.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13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860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dipilih dari header request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59689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authentication_controller.rb:24-29 membaca X-Tenant-Scheme langsung dari request. Tabel users tidak punya kolom organisasi. Satu kredensial admin valid membaca organisasi mana pun.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51129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7 detik merender “Interview Complete”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82219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tiga percobaan reconnect, state dipaksa complete — identik dengan wawancara yang selesai. Kandidat di jalur mobile yang lewat terowongan diberi ucapan terima kasih.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764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47365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Regenerasi menghapus override assessor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504748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destroy_all menghapus koreksi manusia beserta notes-nya — justru record yang akan dipakai kandidat untuk membantah.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02168" y="2212848"/>
            <a:ext cx="3422599" cy="3657600"/>
          </a:xfrm>
          <a:prstGeom prst="roundRect">
            <a:avLst>
              <a:gd name="adj" fmla="val 1336"/>
            </a:avLst>
          </a:prstGeom>
          <a:solidFill>
            <a:srgbClr val="F2F4F7"/>
          </a:solidFill>
          <a:ln w="9525">
            <a:solidFill>
              <a:srgbClr val="DDE2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6488" y="2395728"/>
            <a:ext cx="2873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A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signal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670048"/>
            <a:ext cx="2873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saya eskalasi ke Technical Lead sebelum menulis kode di proyek live: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182112"/>
            <a:ext cx="287395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IDOR: lewat Session, atau tambah tenant_id dan backfill produksi?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L1–L5 tidak punya satu sumber kebenaran — ada di empat tempat.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kontrak antar service. P0-1, P0-2, P0-3 satu akar.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 tidak punya test runner. Itu sebabnya ini yang pertama dikerjakan.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A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dan access trail data kandidat belum terdefinisi — di bawah UU PDP itu keputusan produk dan legal.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0533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yang paling menarik adalah yang membuat produk ini lebih baik bagi orang yang tersentuh olehnya — bukan yang menyentuh paling banyak baris kode.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14455" y="63825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00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D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CLAIMED DEPTH  ·  FRONTEND-HEAVY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574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yang merender undefined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menjadi ruang kosong bukan gagal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secara estetika.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023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0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 membuat pernyataan palsu tentang seorang manusia.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5138928"/>
            <a:ext cx="11057839" cy="0"/>
          </a:xfrm>
          <a:prstGeom prst="line">
            <a:avLst/>
          </a:prstGeom>
          <a:noFill/>
          <a:ln w="12700">
            <a:solidFill>
              <a:srgbClr val="2E36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5321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Aulia Afriza   ·   github.com/auliaafriza/code-challenge-rakamin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67167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sebagai Accountability Layer</dc:title>
  <dc:subject>PptxGenJS Presentation</dc:subject>
  <dc:creator>Aulia Afriza</dc:creator>
  <cp:lastModifiedBy>Aulia Afriza</cp:lastModifiedBy>
  <cp:revision>1</cp:revision>
  <dcterms:created xsi:type="dcterms:W3CDTF">2026-09-21T00:54:34Z</dcterms:created>
  <dcterms:modified xsi:type="dcterms:W3CDTF">2026-09-21T00:54:34Z</dcterms:modified>
</cp:coreProperties>
</file>